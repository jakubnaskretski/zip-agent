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1.8</c:v>
                </c:pt>
                <c:pt idx="2">
                  <c:v>2.4</c:v>
                </c:pt>
                <c:pt idx="3">
                  <c:v>3.1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 - Partnership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&lt;Client&gt;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Introductions and goals</a:t>
            </a:r>
          </a:p>
          <a:p>
            <a:r>
              <a:t>Proposed approach</a:t>
            </a:r>
          </a:p>
          <a:p>
            <a:r>
              <a:t>Engagement timeline</a:t>
            </a:r>
          </a:p>
          <a:p>
            <a:r>
              <a:t>Investment and value</a:t>
            </a:r>
          </a:p>
          <a:p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Phased Delivery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sets the foundation</a:t>
            </a:r>
          </a:p>
          <a:p>
            <a:r>
              <a:t>Build in two-week sprints</a:t>
            </a:r>
          </a:p>
          <a:p>
            <a:r>
              <a:t>Validate with stakeholders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402336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Northwind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Weeks 3-8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Globex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Weeks 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Revenue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step: schedule a kickoff workshop within two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